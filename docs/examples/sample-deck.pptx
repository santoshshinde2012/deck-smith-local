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2026-07</c:v>
                </c:pt>
                <c:pt idx="1">
                  <c:v>2026-08</c:v>
                </c:pt>
                <c:pt idx="2">
                  <c:v>2026-09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Churn by segment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Churn rate · churn_rate_quarter · main.cs.churn_monthly · statement duckdb-5388cc790add · as of 2026-10-16 17:45 UTC</a:t>
            </a:r>
          </a:p>
          <a:p>
            <a:r>
              <a:t>f2 · Net revenue retention · nrr_quarter · main.cs.revenue_monthly · statement duckdb-4e74ade4ee1f · as of 2026-10-16 17:45 UTC</a:t>
            </a:r>
          </a:p>
          <a:p>
            <a:r>
              <a:t>f3 · Active subscriptions · active_subscriptions · main.cs.churn_monthly · statement duckdb-7bb33ad98091 · as of 2026-10-16 17:45 UTC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duckdb-e7add026665b · as of 2026-10-16 17:45 UTC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Churn by segment · churn_by_segment · main.cs.churn_monthly · statement duckdb-f9d854e6ef09 · as of 2026-10-16 17:45 UTC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Churn rate · churn_rate_quarter · main.cs.churn_monthly · statement duckdb-5388cc790add · as of 2026-10-16 17:45 UTC</a:t>
            </a:r>
          </a:p>
          <a:p>
            <a:r>
              <a:t>f2 · Net revenue retention · nrr_quarter · main.cs.revenue_monthly · statement duckdb-4e74ade4ee1f · as of 2026-10-16 17:45 UTC</a:t>
            </a:r>
          </a:p>
          <a:p>
            <a:r>
              <a:t>f3 · Active subscriptions · active_subscriptions · main.cs.churn_monthly · statement duckdb-7bb33ad98091 · as of 2026-10-16 17:45 UTC</a:t>
            </a:r>
          </a:p>
          <a:p>
            <a:r>
              <a:t>f4 · Monthly churn · churn_trend_monthly · main.cs.churn_monthly · statement duckdb-e7add026665b · as of 2026-10-16 17:45 UTC</a:t>
            </a:r>
          </a:p>
          <a:p>
            <a:r>
              <a:t>f5 · Churn by segment · churn_by_segment · main.cs.churn_monthly · statement duckdb-f9d854e6ef09 · as of 2026-10-16 17:45 UTC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Customer retention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the exec audience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Retention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3393338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2.4%</a:t>
            </a:r>
          </a:p>
          <a:p>
            <a:r>
              <a:rPr sz="1600"/>
              <a:t>Churn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99178" y="1828800"/>
            <a:ext cx="3393338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99.8%</a:t>
            </a:r>
          </a:p>
          <a:p>
            <a:r>
              <a:rPr sz="1600"/>
              <a:t>Net revenue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66836" y="1828800"/>
            <a:ext cx="3393338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6,172</a:t>
            </a:r>
          </a:p>
          <a:p>
            <a:r>
              <a:rPr sz="1600"/>
              <a:t>Active subscriptions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72865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Churn reached 2.4% this quarter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churn 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Churn by segment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463040"/>
          <a:ext cx="10728655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f1 · Churn rate · churn_rate_quarter · main.cs.churn_monthly · statement duckdb-5388cc790add · as of 2026-10-16 17:45 UTC</a:t>
            </a:r>
          </a:p>
          <a:p>
            <a:r>
              <a:rPr sz="1400"/>
              <a:t>f2 · Net revenue retention · nrr_quarter · main.cs.revenue_monthly · statement duckdb-4e74ade4ee1f · as of 2026-10-16 17:45 UTC</a:t>
            </a:r>
          </a:p>
          <a:p>
            <a:r>
              <a:rPr sz="1400"/>
              <a:t>f3 · Active subscriptions · active_subscriptions · main.cs.churn_monthly · statement duckdb-7bb33ad98091 · as of 2026-10-16 17:45 UTC</a:t>
            </a:r>
          </a:p>
          <a:p>
            <a:r>
              <a:rPr sz="1400"/>
              <a:t>f4 · Monthly churn · churn_trend_monthly · main.cs.churn_monthly · statement duckdb-e7add026665b · as of 2026-10-16 17:45 UTC</a:t>
            </a:r>
          </a:p>
          <a:p>
            <a:r>
              <a:rPr sz="1400"/>
              <a:t>f5 · Churn by segment · churn_by_segment · main.cs.churn_monthly · statement duckdb-f9d854e6ef09 · as of 2026-10-16 17:45 UTC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run_id=91f9ec2e1d8f41f2a3186d38e40a3f9a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/>
</cp:coreProperties>
</file>