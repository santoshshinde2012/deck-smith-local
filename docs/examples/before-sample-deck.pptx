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churn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2026-07</c:v>
                </c:pt>
                <c:pt idx="1">
                  <c:v>2026-08</c:v>
                </c:pt>
                <c:pt idx="2">
                  <c:v>2026-09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0.024465327284510695</c:v>
                </c:pt>
                <c:pt idx="1">
                  <c:v>0.023969319271332695</c:v>
                </c:pt>
                <c:pt idx="2">
                  <c:v>0.022352568167406467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monthly churn by segment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0.005371530886302597</c:v>
                </c:pt>
                <c:pt idx="1">
                  <c:v>0.01675257731958763</c:v>
                </c:pt>
                <c:pt idx="2">
                  <c:v>0.031662781662781664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data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duckdb-eed72c8e07d1 · queried 2026-10-18 04:18 UTC</a:t>
            </a:r>
          </a:p>
          <a:p>
            <a:r>
              <a:t>f2 · Monthly NRR (weighted) · nrr_quarter · main.cs.revenue_monthly · statement duckdb-5075d99a6ed2 · queried 2026-10-18 04:18 UTC</a:t>
            </a:r>
          </a:p>
          <a:p>
            <a:r>
              <a:t>f3 · Active subscriptions · active_subscriptions · main.cs.churn_monthly · statement duckdb-f73e339fbd2f · queried 2026-10-18 04:18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f4 · Monthly churn · churn_trend_monthly · main.cs.churn_monthly · statement duckdb-652fcac2b08a · queried 2026-10-18 04:18 UTC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f5 · Weighted monthly churn by segment · churn_by_segment · main.cs.churn_monthly · statement duckdb-f610159e247c · queried 2026-10-18 04:18 UTC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f1 · Monthly churn (weighted) · churn_rate_quarter · main.cs.churn_monthly · statement duckdb-eed72c8e07d1 · queried 2026-10-18 04:18 UTC</a:t>
            </a:r>
          </a:p>
          <a:p>
            <a:r>
              <a:t>f2 · Monthly NRR (weighted) · nrr_quarter · main.cs.revenue_monthly · statement duckdb-5075d99a6ed2 · queried 2026-10-18 04:18 UTC</a:t>
            </a:r>
          </a:p>
          <a:p>
            <a:r>
              <a:t>f3 · Active subscriptions · active_subscriptions · main.cs.churn_monthly · statement duckdb-f73e339fbd2f · queried 2026-10-18 04:18 UTC</a:t>
            </a:r>
          </a:p>
          <a:p>
            <a:r>
              <a:t>f4 · Monthly churn · churn_trend_monthly · main.cs.churn_monthly · statement duckdb-652fcac2b08a · queried 2026-10-18 04:18 UTC</a:t>
            </a:r>
          </a:p>
          <a:p>
            <a:r>
              <a:t>f5 · Weighted monthly churn by segment · churn_by_segment · main.cs.churn_monthly · statement duckdb-f610159e247c · queried 2026-10-18 04:18 UTC</a:t>
            </a:r>
          </a:p>
          <a:p>
            <a:r>
              <a:t>f1 SQL:</a:t>
            </a:r>
          </a:p>
          <a:p>
            <a:r>
              <a:t>SELECT CASE WHEN SUM(active_start) &lt;&gt; 0 THEN SUM(churned) / SUM(active_start) ELSE NULL END AS churn_rate FROM lake.cs.v_churn_monthly__bob WHERE "month" &gt;= $start_month AND "month" &lt; $end_month</a:t>
            </a:r>
          </a:p>
          <a:p>
            <a:r>
              <a:t>f1 parameters: {"end_month": "2026-10-01", "start_month": "2026-07-01"}</a:t>
            </a:r>
          </a:p>
          <a:p>
            <a:r>
              <a:t>f1 template SHA-256: a897f662afe1919b49268c820e58ea712c28e38f408d7d77465b1debd7053d63</a:t>
            </a:r>
          </a:p>
          <a:p>
            <a:r>
              <a:t>f2 SQL:</a:t>
            </a:r>
          </a:p>
          <a:p>
            <a:r>
              <a:t>SELECT CASE WHEN SUM(mrr_start) &lt;&gt; 0 THEN SUM(mrr_retained) / SUM(mrr_start) ELSE NULL END AS nrr FROM lake.cs.v_revenue_monthly__bob WHERE "month" &gt;= $start_month AND "month" &lt; $end_month</a:t>
            </a:r>
          </a:p>
          <a:p>
            <a:r>
              <a:t>f2 parameters: {"end_month": "2026-10-01", "start_month": "2026-07-01"}</a:t>
            </a:r>
          </a:p>
          <a:p>
            <a:r>
              <a:t>f2 template SHA-256: ec85130488823e6392d012cfb710d63468646785670750d0ae22183c9730561a</a:t>
            </a:r>
          </a:p>
          <a:p>
            <a:r>
              <a:t>f3 SQL:</a:t>
            </a:r>
          </a:p>
          <a:p>
            <a:r>
              <a:t>SELECT SUM(active_start) AS active_subscriptions FROM lake.cs.v_churn_monthly__bob WHERE "month" = $start_month</a:t>
            </a:r>
          </a:p>
          <a:p>
            <a:r>
              <a:t>f3 parameters: {"start_month": "2026-07-01"}</a:t>
            </a:r>
          </a:p>
          <a:p>
            <a:r>
              <a:t>f3 template SHA-256: 0e1eca481a61ce5a487969e9b73097141164bf4d00f5b0c10955808376a6caaf</a:t>
            </a:r>
          </a:p>
          <a:p>
            <a:r>
              <a:t>f4 SQL:</a:t>
            </a:r>
          </a:p>
          <a:p>
            <a:r>
              <a:t>SELECT STRFTIME(CAST("month" AS TIMESTAMP), '%Y-%m') AS period, CASE WHEN SUM(active_start) &lt;&gt; 0 THEN SUM(churned) / SUM(active_start) ELSE NULL END AS churn_rate FROM lake.cs.v_churn_monthly__bob WHERE "month" &gt;= $start_month AND "month" &lt; $end_month GROUP BY STRFTIME(CAST("month" AS TIMESTAMP), '%Y-%m') ORDER BY period NULLS FIRST</a:t>
            </a:r>
          </a:p>
          <a:p>
            <a:r>
              <a:t>f4 parameters: {"end_month": "2026-10-01", "start_month": "2026-07-01"}</a:t>
            </a:r>
          </a:p>
          <a:p>
            <a:r>
              <a:t>f4 template SHA-256: a65c9afc5de386b7fa7a0a0e07559acc0c0782b68368b4788443dcc983561b89</a:t>
            </a:r>
          </a:p>
          <a:p>
            <a:r>
              <a:t>f5 SQL:</a:t>
            </a:r>
          </a:p>
          <a:p>
            <a:r>
              <a:t>SELECT segment, CASE WHEN SUM(active_start) &lt;&gt; 0 THEN SUM(churned) / SUM(active_start) ELSE NULL END AS churn_rate FROM lake.cs.v_churn_monthly__bob WHERE "month" &gt;= $start_month AND "month" &lt; $end_month GROUP BY segment ORDER BY segment NULLS FIRST</a:t>
            </a:r>
          </a:p>
          <a:p>
            <a:r>
              <a:t>f5 parameters: {"end_month": "2026-10-01", "start_month": "2026-07-01"}</a:t>
            </a:r>
          </a:p>
          <a:p>
            <a:r>
              <a:t>f5 template SHA-256: 99ee1f03a8e2648a6287d555c03e257b8edeacc38d7f3c16b260ad6e88079e9f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retention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for the exec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Retention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3393338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2.4%</a:t>
            </a:r>
          </a:p>
          <a:p>
            <a:r>
              <a:rPr sz="1600"/>
              <a:t>Monthly churn (weighted)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9178" y="1828800"/>
            <a:ext cx="3393338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99.8%</a:t>
            </a:r>
          </a:p>
          <a:p>
            <a:r>
              <a:rPr sz="1600"/>
              <a:t>Monthly NRR (weighted)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66836" y="1828800"/>
            <a:ext cx="3393338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/>
              <a:t>6,172</a:t>
            </a:r>
          </a:p>
          <a:p>
            <a:r>
              <a:rPr sz="1600"/>
              <a:t>Active subscriptions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Weighted monthly churn was 2.4% over the review period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churn trend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churn by segment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f1 · Monthly churn (weighted) · churn_rate_quarter · main.cs.churn_monthly · statement duckdb-eed72c8e07d1 · queried 2026-10-18 04:18 UTC</a:t>
            </a:r>
          </a:p>
          <a:p>
            <a:r>
              <a:rPr sz="1400"/>
              <a:t>f2 · Monthly NRR (weighted) · nrr_quarter · main.cs.revenue_monthly · statement duckdb-5075d99a6ed2 · queried 2026-10-18 04:18 UTC</a:t>
            </a:r>
          </a:p>
          <a:p>
            <a:r>
              <a:rPr sz="1400"/>
              <a:t>f3 · Active subscriptions · active_subscriptions · main.cs.churn_monthly · statement duckdb-f73e339fbd2f · queried 2026-10-18 04:18 UTC</a:t>
            </a:r>
          </a:p>
          <a:p>
            <a:r>
              <a:rPr sz="1400"/>
              <a:t>f4 · Monthly churn · churn_trend_monthly · main.cs.churn_monthly · statement duckdb-652fcac2b08a · queried 2026-10-18 04:18 UTC</a:t>
            </a:r>
          </a:p>
          <a:p>
            <a:r>
              <a:rPr sz="1400"/>
              <a:t>f5 · Weighted monthly churn by segment · churn_by_segment · main.cs.churn_monthly · statement duckdb-f610159e247c · queried 2026-10-18 04:18 UTC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review</dc:title>
  <dc:subject>run_id=c32ecb29f5e249aca40704b293f02620</dc:subject>
  <dc:creator>DeckSmith</dc:creator>
  <cp:keywords>corp_default@1.0</cp:keywords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